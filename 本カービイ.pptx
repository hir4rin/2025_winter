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7" r:id="rId5"/>
    <p:sldId id="262" r:id="rId6"/>
    <p:sldId id="268" r:id="rId7"/>
    <p:sldId id="269" r:id="rId8"/>
    <p:sldId id="259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B519B-C88E-0840-0271-5CA9CE400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745D80-694F-D331-E5DD-7489B60C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EC9949-1EC9-33AD-9641-F409F08C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0261AE-4D6A-C30C-5731-43E97412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5142D0-9835-0C48-8269-93525CE5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451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92BEC-8F08-05F2-68C6-B2E8F50E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AB5E01-FC14-1CB3-E9F4-664D18ABD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AC7912-75F3-0659-25CE-E46A2BAD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A941BF-6D4D-4131-1F04-028709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86C19B-9C02-EF76-5D87-60D75320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6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D4187A-7216-AFEB-F859-890D6EA2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F577C3-92F9-3C10-7EB7-252AE70E9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1A4A80-17FB-FBD9-D8AF-FF51B110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DCF35A-F197-47B2-905E-729CBA2D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AE67A1-BEE3-77D6-8C36-DE4A61E6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27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0026D-F94D-3D82-2CD4-E153AD31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7059B0-CAD5-4C17-E6D5-0CFAB0364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3BE9D3-E648-B9B9-02B5-CEDCD314F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68163D-D1AD-91B5-B660-67407627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22E3E3-CF47-8F22-F4FE-78A9E0E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249778-8C27-ABFD-BCA0-41BECF8F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82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2B8A9-9000-8BCF-6ACA-045A2346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C20875-3C1D-A969-F54A-834D93947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AC27D0-D684-2083-B710-76EC0857D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7D5F79-7393-C76C-D14D-D88E2111E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9D5F4D-E724-A71F-4B83-40E052F58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6EE82AB-A931-8425-EDE7-F579F76E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0FECF-CDDA-97C5-AFFE-905BECA7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448B18-2E7A-AB82-47D8-FC5D4AEE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114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99C496-192E-D631-6071-A886486E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9EDBD0-E552-B804-2323-88A1CB05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7CFFF9-7A8F-71FE-B7C5-16C4F605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DA9D22-BD9E-261C-BD09-45632D0B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54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0DE0E9-57BD-5DF9-AD52-DF3DFE78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75C378-5BBC-6715-D4FC-627AEA31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90E4A1-A91A-66D6-7474-07C0FEB8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38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2ABC13-BAB4-0B17-7BAD-F2444187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A60802-8F7D-544F-FABB-F57DC34D4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742C8C-5803-63EE-EC66-D0188D33D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1F6CB9-2423-5F1A-D118-AB32397F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0222E5-3A5E-8BD3-2056-D80C8D8A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0B55DC-9BF4-E9CC-3D4B-083446B6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73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81C821-5B72-125F-CB10-EA98F069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DCAB2BE-9786-B2DF-EB10-FDD552FB4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67D631-51B8-EEBF-4F9C-28077F3AF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864AE8-36DB-A8CC-05CA-B28C20AA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0C346A-4327-3AAA-D351-F4AAB302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7881C4-CA67-7C5E-85D9-00E97CAC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103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B32823-7686-01FD-2BD5-2557FCEA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CAF700-4477-BD26-25C0-9EAC6180A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5568CF-EF72-C31A-6598-63D3EBA28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7389D4-DED9-723D-582E-D8D58CC8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92CD6-B98F-F52A-56A8-55BA617F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63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5E06893-BA24-EE85-A4F4-F36C9FFF0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8382F9-0057-870B-F0B8-66E4A22E3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DF8F02-CA21-494D-FD67-49D01231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727F6B-203D-D6F4-D307-897BC5A5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E7E30C-45EB-131B-E847-9CA26513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47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BED4A13-29A3-42CD-569F-F9E01255C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492EDB-1A48-40D0-2389-DC1DF4198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70BBAD-3FA9-BE8D-DAFF-7C6C9289D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FE196-F7D8-4DAD-8372-DB65AE9E0DFA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F0C804-B3EA-D08C-15F0-7F0BF62DA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0A6E22-A916-876F-884C-33682B16B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838CA-C8C3-4FF2-ABCB-EF95A957E7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13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kirby.fandom.com%2Fja%2Fwiki%2F%25E3%2583%2590%25E3%2583%25BC%25E3%2583%258B%25E3%2583%25B3%25E3%2582%25B0&amp;psig=AOvVaw3ZA5w0engdAEpkoC0X4k1L&amp;ust=1762328543057000&amp;source=images&amp;cd=vfe&amp;opi=89978449&amp;ved=0CBUQjRxqFwoTCODJ1s__15ADFQAAAAAdAAAAABAE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google.com/url?sa=i&amp;url=https%3A%2F%2Fkirby.fandom.com%2Fja%2Fwiki%2F%25E3%2583%2590%25E3%2583%25BC%25E3%2583%258B%25E3%2583%25B3%25E3%2582%25B0&amp;psig=AOvVaw3ZA5w0engdAEpkoC0X4k1L&amp;ust=1762328543057000&amp;source=images&amp;cd=vfe&amp;opi=89978449&amp;ved=0CBUQjRxqFwoTCODJ1s__15ADFQAAAAAdAAAAABA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2" name="Rectangle 1071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F71F5FD-E185-E1FE-CEC5-498A77C4B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ja-JP" altLang="en-US" sz="4800" dirty="0">
                <a:solidFill>
                  <a:srgbClr val="FFFFFF"/>
                </a:solidFill>
              </a:rPr>
              <a:t>　</a:t>
            </a:r>
            <a:endParaRPr kumimoji="1" lang="ja-JP" altLang="en-US" sz="4800" dirty="0">
              <a:solidFill>
                <a:srgbClr val="FFFFFF"/>
              </a:solidFill>
            </a:endParaRP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E2A688-5A06-256A-441C-DB0BF9442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8808" y="5909325"/>
            <a:ext cx="5622902" cy="1244483"/>
          </a:xfrm>
        </p:spPr>
        <p:txBody>
          <a:bodyPr anchor="t">
            <a:normAutofit/>
          </a:bodyPr>
          <a:lstStyle/>
          <a:p>
            <a:pPr algn="l"/>
            <a:r>
              <a:rPr kumimoji="1" lang="ja-JP" altLang="en-US" dirty="0">
                <a:solidFill>
                  <a:srgbClr val="FFFFFF"/>
                </a:solidFill>
              </a:rPr>
              <a:t>参考：星のカービィ夢の泉の物語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星のカービィ 夢の泉の物語 | ファミリーコンピュータ | 任天堂">
            <a:extLst>
              <a:ext uri="{FF2B5EF4-FFF2-40B4-BE49-F238E27FC236}">
                <a16:creationId xmlns:a16="http://schemas.microsoft.com/office/drawing/2014/main" id="{66CFB723-776E-DB4C-60B2-762E7EECA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113439"/>
            <a:ext cx="3737164" cy="264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5F7EE9-ABB6-B600-5DA9-6D2126E16D31}"/>
              </a:ext>
            </a:extLst>
          </p:cNvPr>
          <p:cNvSpPr txBox="1"/>
          <p:nvPr/>
        </p:nvSpPr>
        <p:spPr>
          <a:xfrm>
            <a:off x="865433" y="1744107"/>
            <a:ext cx="6035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solidFill>
                  <a:schemeClr val="bg1"/>
                </a:solidFill>
              </a:rPr>
              <a:t>ジョブチェンジャー★ナイト！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39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B9CFCC-8941-8170-CA93-70725A4AEC64}"/>
              </a:ext>
            </a:extLst>
          </p:cNvPr>
          <p:cNvSpPr txBox="1"/>
          <p:nvPr/>
        </p:nvSpPr>
        <p:spPr>
          <a:xfrm>
            <a:off x="829537" y="354650"/>
            <a:ext cx="3088121" cy="9286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コンセプト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671895-629B-31E7-89C5-581C7CE7921A}"/>
              </a:ext>
            </a:extLst>
          </p:cNvPr>
          <p:cNvSpPr txBox="1"/>
          <p:nvPr/>
        </p:nvSpPr>
        <p:spPr>
          <a:xfrm>
            <a:off x="569289" y="1398831"/>
            <a:ext cx="4057241" cy="56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ja-JP" altLang="en-US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敵の</a:t>
            </a:r>
            <a:r>
              <a:rPr lang="ja-JP" altLang="en-US" sz="2800" dirty="0">
                <a:solidFill>
                  <a:srgbClr val="FFFFFF"/>
                </a:solidFill>
              </a:rPr>
              <a:t>職</a:t>
            </a:r>
            <a:r>
              <a:rPr lang="ja-JP" altLang="en-US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を奪い取る</a:t>
            </a:r>
            <a:r>
              <a:rPr lang="en-US" altLang="ja-JP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!!</a:t>
            </a:r>
            <a:endParaRPr kumimoji="1" lang="en-US" altLang="ja-JP" sz="2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9FA853-4093-AD9E-635A-C8C02F5FA43A}"/>
              </a:ext>
            </a:extLst>
          </p:cNvPr>
          <p:cNvSpPr txBox="1"/>
          <p:nvPr/>
        </p:nvSpPr>
        <p:spPr>
          <a:xfrm>
            <a:off x="1025236" y="3164391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</a:rPr>
              <a:t>ターゲット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17D6B3-30DC-77A5-AD61-D045908151D7}"/>
              </a:ext>
            </a:extLst>
          </p:cNvPr>
          <p:cNvSpPr txBox="1"/>
          <p:nvPr/>
        </p:nvSpPr>
        <p:spPr>
          <a:xfrm>
            <a:off x="1025236" y="3972401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solidFill>
                  <a:schemeClr val="bg1"/>
                </a:solidFill>
              </a:rPr>
              <a:t>作品展示会にくる企業の方々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68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D1852D-8FDD-CAB2-1979-21229AB53D69}"/>
              </a:ext>
            </a:extLst>
          </p:cNvPr>
          <p:cNvSpPr txBox="1"/>
          <p:nvPr/>
        </p:nvSpPr>
        <p:spPr>
          <a:xfrm>
            <a:off x="337743" y="419100"/>
            <a:ext cx="648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プレイヤー</a:t>
            </a:r>
            <a:r>
              <a:rPr kumimoji="1" lang="en-US" altLang="ja-JP" sz="4800" dirty="0"/>
              <a:t>(</a:t>
            </a:r>
            <a:r>
              <a:rPr lang="ja-JP" altLang="en-US" sz="4800" dirty="0"/>
              <a:t>ナイト</a:t>
            </a:r>
            <a:r>
              <a:rPr kumimoji="1" lang="en-US" altLang="ja-JP" sz="4800" dirty="0"/>
              <a:t>)</a:t>
            </a:r>
            <a:endParaRPr kumimoji="1" lang="ja-JP" altLang="en-US" sz="4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5359AC-1CAF-B3ED-A61F-9BF3FD3945C2}"/>
              </a:ext>
            </a:extLst>
          </p:cNvPr>
          <p:cNvSpPr txBox="1"/>
          <p:nvPr/>
        </p:nvSpPr>
        <p:spPr>
          <a:xfrm>
            <a:off x="3195915" y="192351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できる行動→移動、ジャンプ、攻撃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675CAD-E3D2-9297-33AD-AB71DB9A3595}"/>
              </a:ext>
            </a:extLst>
          </p:cNvPr>
          <p:cNvSpPr txBox="1"/>
          <p:nvPr/>
        </p:nvSpPr>
        <p:spPr>
          <a:xfrm>
            <a:off x="809334" y="370736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攻撃のモーション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72A6579-400B-7D92-FC94-56F423757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68" y="4388703"/>
            <a:ext cx="9405918" cy="830997"/>
          </a:xfrm>
          <a:prstGeom prst="rect">
            <a:avLst/>
          </a:prstGeom>
        </p:spPr>
      </p:pic>
      <p:pic>
        <p:nvPicPr>
          <p:cNvPr id="12" name="図 11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CE3374EA-07D2-1B7E-3AD9-2F8769022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34" y="1435055"/>
            <a:ext cx="1765300" cy="171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0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50C71C-0C86-95F9-B9A5-211178A76BA1}"/>
              </a:ext>
            </a:extLst>
          </p:cNvPr>
          <p:cNvSpPr txBox="1"/>
          <p:nvPr/>
        </p:nvSpPr>
        <p:spPr>
          <a:xfrm>
            <a:off x="698500" y="342900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変身のやり方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333A727F-B0A3-29F1-F2DE-C7BAD7F46918}"/>
              </a:ext>
            </a:extLst>
          </p:cNvPr>
          <p:cNvSpPr/>
          <p:nvPr/>
        </p:nvSpPr>
        <p:spPr>
          <a:xfrm>
            <a:off x="8343900" y="1511300"/>
            <a:ext cx="1892300" cy="1917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dirty="0"/>
              <a:t>敵</a:t>
            </a:r>
            <a:endParaRPr kumimoji="1" lang="ja-JP" altLang="en-US" sz="7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724510-092C-172E-3AD9-1779620B4E6E}"/>
              </a:ext>
            </a:extLst>
          </p:cNvPr>
          <p:cNvSpPr txBox="1"/>
          <p:nvPr/>
        </p:nvSpPr>
        <p:spPr>
          <a:xfrm>
            <a:off x="6858000" y="1990635"/>
            <a:ext cx="106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200" dirty="0"/>
              <a:t>→</a:t>
            </a:r>
            <a:endParaRPr kumimoji="1" lang="ja-JP" altLang="en-US" sz="7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D9BAD5-B0B8-EB8E-A8F3-F02CBB24F487}"/>
              </a:ext>
            </a:extLst>
          </p:cNvPr>
          <p:cNvSpPr txBox="1"/>
          <p:nvPr/>
        </p:nvSpPr>
        <p:spPr>
          <a:xfrm>
            <a:off x="881281" y="3755336"/>
            <a:ext cx="7691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攻撃した後、（何かしらで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案未定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）↓入力で</a:t>
            </a:r>
            <a:r>
              <a:rPr kumimoji="1" lang="en-US" altLang="ja-JP" sz="2400" dirty="0"/>
              <a:t>E</a:t>
            </a:r>
            <a:r>
              <a:rPr kumimoji="1" lang="ja-JP" altLang="en-US" sz="2400" dirty="0"/>
              <a:t>に変身</a:t>
            </a:r>
          </a:p>
        </p:txBody>
      </p:sp>
      <p:pic>
        <p:nvPicPr>
          <p:cNvPr id="8" name="図 7" descr="黒い背景と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E8F15084-9276-9042-D8DE-3B806AD0C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3878"/>
            <a:ext cx="7495760" cy="181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8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アイス | コピー能力 | 星のカービィポータル">
            <a:extLst>
              <a:ext uri="{FF2B5EF4-FFF2-40B4-BE49-F238E27FC236}">
                <a16:creationId xmlns:a16="http://schemas.microsoft.com/office/drawing/2014/main" id="{77698699-1773-5C40-BB90-526C06162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557" y="1940634"/>
            <a:ext cx="23907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375AB46-5BFD-A772-CF61-BFD48CA5D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4" t="1988" r="21766"/>
          <a:stretch>
            <a:fillRect/>
          </a:stretch>
        </p:blipFill>
        <p:spPr>
          <a:xfrm>
            <a:off x="1133557" y="4917366"/>
            <a:ext cx="9413159" cy="125222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29E003-D554-9B7C-0C00-59D26DE27FCD}"/>
              </a:ext>
            </a:extLst>
          </p:cNvPr>
          <p:cNvSpPr txBox="1"/>
          <p:nvPr/>
        </p:nvSpPr>
        <p:spPr>
          <a:xfrm>
            <a:off x="447757" y="419100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変身能力①　　　アイス</a:t>
            </a:r>
          </a:p>
        </p:txBody>
      </p:sp>
      <p:sp>
        <p:nvSpPr>
          <p:cNvPr id="7" name="AutoShape 4" descr="アイス | カービィWiki | Fandom">
            <a:extLst>
              <a:ext uri="{FF2B5EF4-FFF2-40B4-BE49-F238E27FC236}">
                <a16:creationId xmlns:a16="http://schemas.microsoft.com/office/drawing/2014/main" id="{16F75CB9-A05C-CE7A-EFBF-BA8AA570CA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8415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2057" name="Picture 9" descr="カービィのコピー能力／ページ：１">
            <a:extLst>
              <a:ext uri="{FF2B5EF4-FFF2-40B4-BE49-F238E27FC236}">
                <a16:creationId xmlns:a16="http://schemas.microsoft.com/office/drawing/2014/main" id="{05E7CA9C-F560-00AA-6A23-4B8069CB2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274369"/>
            <a:ext cx="4452878" cy="296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47D208-F95A-08BE-3213-340614E7CE6F}"/>
              </a:ext>
            </a:extLst>
          </p:cNvPr>
          <p:cNvSpPr txBox="1"/>
          <p:nvPr/>
        </p:nvSpPr>
        <p:spPr>
          <a:xfrm>
            <a:off x="1458435" y="424295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実際の攻撃</a:t>
            </a:r>
          </a:p>
        </p:txBody>
      </p:sp>
    </p:spTree>
    <p:extLst>
      <p:ext uri="{BB962C8B-B14F-4D97-AF65-F5344CB8AC3E}">
        <p14:creationId xmlns:p14="http://schemas.microsoft.com/office/powerpoint/2010/main" val="2792505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58FD-67DF-B2C5-EE61-77547025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3313DF-C2B4-D932-E277-BFA4A26DE23A}"/>
              </a:ext>
            </a:extLst>
          </p:cNvPr>
          <p:cNvSpPr txBox="1"/>
          <p:nvPr/>
        </p:nvSpPr>
        <p:spPr>
          <a:xfrm>
            <a:off x="447757" y="419100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変身能力②　　　バーニング</a:t>
            </a:r>
          </a:p>
        </p:txBody>
      </p:sp>
      <p:sp>
        <p:nvSpPr>
          <p:cNvPr id="7" name="AutoShape 4" descr="アイス | カービィWiki | Fandom">
            <a:extLst>
              <a:ext uri="{FF2B5EF4-FFF2-40B4-BE49-F238E27FC236}">
                <a16:creationId xmlns:a16="http://schemas.microsoft.com/office/drawing/2014/main" id="{447E87A6-57ED-5557-0FB2-D0CA6D9651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8415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42B69B-4192-45C3-B934-C11FBAC6C179}"/>
              </a:ext>
            </a:extLst>
          </p:cNvPr>
          <p:cNvSpPr txBox="1"/>
          <p:nvPr/>
        </p:nvSpPr>
        <p:spPr>
          <a:xfrm>
            <a:off x="1445735" y="465643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実際の攻撃</a:t>
            </a:r>
          </a:p>
        </p:txBody>
      </p:sp>
      <p:pic>
        <p:nvPicPr>
          <p:cNvPr id="3074" name="Picture 2" descr="バーニング | コピー能力 | 星のカービィポータル">
            <a:extLst>
              <a:ext uri="{FF2B5EF4-FFF2-40B4-BE49-F238E27FC236}">
                <a16:creationId xmlns:a16="http://schemas.microsoft.com/office/drawing/2014/main" id="{2E075F3A-0932-2CAA-F951-B85F4F697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1810489"/>
            <a:ext cx="23907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バーニング | カービィWiki | Fandom">
            <a:extLst>
              <a:ext uri="{FF2B5EF4-FFF2-40B4-BE49-F238E27FC236}">
                <a16:creationId xmlns:a16="http://schemas.microsoft.com/office/drawing/2014/main" id="{42E20ADB-C155-C4C5-75BB-43C1FAC582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0E01EC-03E1-CAAF-F788-F533D35A4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2464008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6" descr="バーニング | カービィWiki | Fandom">
            <a:hlinkClick r:id="rId3"/>
            <a:extLst>
              <a:ext uri="{FF2B5EF4-FFF2-40B4-BE49-F238E27FC236}">
                <a16:creationId xmlns:a16="http://schemas.microsoft.com/office/drawing/2014/main" id="{A3D7ED5C-3034-3D60-6DD3-1CF08AF3D9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3475" y="200891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3079" name="Picture 7" descr="バーニング | カービィWiki | Fandom">
            <a:extLst>
              <a:ext uri="{FF2B5EF4-FFF2-40B4-BE49-F238E27FC236}">
                <a16:creationId xmlns:a16="http://schemas.microsoft.com/office/drawing/2014/main" id="{F7D1DD3A-8F2D-4D1E-262E-F72703D5E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136" y="1339733"/>
            <a:ext cx="4451350" cy="251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BAE5EE4-C97F-03D9-92E1-C3C6DBCA3C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1" t="1554" r="24200" b="-13242"/>
          <a:stretch>
            <a:fillRect/>
          </a:stretch>
        </p:blipFill>
        <p:spPr>
          <a:xfrm>
            <a:off x="387350" y="5222559"/>
            <a:ext cx="11417300" cy="106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1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2F94-2CFD-6EC9-B2CE-8EE219D9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F44FAB-7533-9E74-4C65-B4EEC4B2929E}"/>
              </a:ext>
            </a:extLst>
          </p:cNvPr>
          <p:cNvSpPr txBox="1"/>
          <p:nvPr/>
        </p:nvSpPr>
        <p:spPr>
          <a:xfrm>
            <a:off x="447757" y="419100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変身能力③　　　スナイパー</a:t>
            </a:r>
          </a:p>
        </p:txBody>
      </p:sp>
      <p:sp>
        <p:nvSpPr>
          <p:cNvPr id="7" name="AutoShape 4" descr="アイス | カービィWiki | Fandom">
            <a:extLst>
              <a:ext uri="{FF2B5EF4-FFF2-40B4-BE49-F238E27FC236}">
                <a16:creationId xmlns:a16="http://schemas.microsoft.com/office/drawing/2014/main" id="{6FDBFDCE-3A36-64FC-D0AC-77CC62F3C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8415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A23AAD8-3CC0-D5F9-1B41-2D9E3EAE7E25}"/>
              </a:ext>
            </a:extLst>
          </p:cNvPr>
          <p:cNvSpPr txBox="1"/>
          <p:nvPr/>
        </p:nvSpPr>
        <p:spPr>
          <a:xfrm>
            <a:off x="1458435" y="424295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実際の攻撃</a:t>
            </a:r>
          </a:p>
        </p:txBody>
      </p:sp>
      <p:sp>
        <p:nvSpPr>
          <p:cNvPr id="2" name="AutoShape 4" descr="バーニング | カービィWiki | Fandom">
            <a:extLst>
              <a:ext uri="{FF2B5EF4-FFF2-40B4-BE49-F238E27FC236}">
                <a16:creationId xmlns:a16="http://schemas.microsoft.com/office/drawing/2014/main" id="{429F3623-12B3-80D4-C428-B058C65B29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B5C3758-B575-DFD9-6CC1-17644059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2464008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6" descr="バーニング | カービィWiki | Fandom">
            <a:hlinkClick r:id="rId2"/>
            <a:extLst>
              <a:ext uri="{FF2B5EF4-FFF2-40B4-BE49-F238E27FC236}">
                <a16:creationId xmlns:a16="http://schemas.microsoft.com/office/drawing/2014/main" id="{7FD758A1-5ED9-4FBB-9EF9-6A4A4A5D5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3475" y="200891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4098" name="Picture 2" descr="スナイパー | コピー能力 | 星のカービィポータル">
            <a:extLst>
              <a:ext uri="{FF2B5EF4-FFF2-40B4-BE49-F238E27FC236}">
                <a16:creationId xmlns:a16="http://schemas.microsoft.com/office/drawing/2014/main" id="{69A74066-ADF9-E970-8EEB-046CC88A2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1387475"/>
            <a:ext cx="23907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 descr="スナイパー | カービィWiki | Fandom さん">
            <a:extLst>
              <a:ext uri="{FF2B5EF4-FFF2-40B4-BE49-F238E27FC236}">
                <a16:creationId xmlns:a16="http://schemas.microsoft.com/office/drawing/2014/main" id="{B7EC447D-F83D-953A-F4B7-B34E87E4D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7" y="1438275"/>
            <a:ext cx="2143125" cy="214312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471F869-CAEA-ED10-D02F-5DFF726190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74" b="-7703"/>
          <a:stretch>
            <a:fillRect/>
          </a:stretch>
        </p:blipFill>
        <p:spPr>
          <a:xfrm>
            <a:off x="57868" y="4920511"/>
            <a:ext cx="12134132" cy="11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4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7D797A-2D43-888B-3DF8-4DA517AC18B7}"/>
              </a:ext>
            </a:extLst>
          </p:cNvPr>
          <p:cNvSpPr txBox="1"/>
          <p:nvPr/>
        </p:nvSpPr>
        <p:spPr>
          <a:xfrm>
            <a:off x="952632" y="633776"/>
            <a:ext cx="3869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ステージのイメージ</a:t>
            </a:r>
          </a:p>
        </p:txBody>
      </p:sp>
      <p:pic>
        <p:nvPicPr>
          <p:cNvPr id="4" name="図 3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DEB9DC5C-1A5D-B78C-C706-37B1DF2EE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14" y="1631963"/>
            <a:ext cx="5652268" cy="4210973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FA93A2F-BD8E-0DD4-EAEC-FCC701AC51C9}"/>
              </a:ext>
            </a:extLst>
          </p:cNvPr>
          <p:cNvSpPr/>
          <p:nvPr/>
        </p:nvSpPr>
        <p:spPr>
          <a:xfrm>
            <a:off x="6654800" y="633776"/>
            <a:ext cx="4876800" cy="1233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01FF4409-B980-9277-D63F-B9C09FB72DF3}"/>
              </a:ext>
            </a:extLst>
          </p:cNvPr>
          <p:cNvSpPr/>
          <p:nvPr/>
        </p:nvSpPr>
        <p:spPr>
          <a:xfrm>
            <a:off x="10623616" y="1148640"/>
            <a:ext cx="761868" cy="58477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EAD1B0E-1641-A189-3231-779DB28CBBC6}"/>
              </a:ext>
            </a:extLst>
          </p:cNvPr>
          <p:cNvSpPr/>
          <p:nvPr/>
        </p:nvSpPr>
        <p:spPr>
          <a:xfrm>
            <a:off x="6654800" y="2504325"/>
            <a:ext cx="4876800" cy="1233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BE2F7F91-BB6F-AB48-EA0D-59CEA6309A20}"/>
              </a:ext>
            </a:extLst>
          </p:cNvPr>
          <p:cNvSpPr/>
          <p:nvPr/>
        </p:nvSpPr>
        <p:spPr>
          <a:xfrm>
            <a:off x="10623616" y="2971800"/>
            <a:ext cx="844550" cy="6604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B15837-715C-C93B-94E3-B1BB73B2B9D1}"/>
              </a:ext>
            </a:extLst>
          </p:cNvPr>
          <p:cNvSpPr/>
          <p:nvPr/>
        </p:nvSpPr>
        <p:spPr>
          <a:xfrm>
            <a:off x="6654800" y="4476236"/>
            <a:ext cx="4876800" cy="1233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1926F58C-A683-B818-DB42-F583171B1615}"/>
              </a:ext>
            </a:extLst>
          </p:cNvPr>
          <p:cNvSpPr/>
          <p:nvPr/>
        </p:nvSpPr>
        <p:spPr>
          <a:xfrm>
            <a:off x="10623616" y="4902200"/>
            <a:ext cx="844550" cy="660400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0329C0-791C-517A-A5A3-B565E54D5AB4}"/>
              </a:ext>
            </a:extLst>
          </p:cNvPr>
          <p:cNvSpPr txBox="1"/>
          <p:nvPr/>
        </p:nvSpPr>
        <p:spPr>
          <a:xfrm>
            <a:off x="6464300" y="264444"/>
            <a:ext cx="237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ステージ１～</a:t>
            </a:r>
            <a:r>
              <a:rPr kumimoji="1" lang="en-US" altLang="ja-JP" dirty="0"/>
              <a:t>Part1</a:t>
            </a:r>
            <a:r>
              <a:rPr kumimoji="1" lang="ja-JP" altLang="en-US" dirty="0"/>
              <a:t>～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1132B99-5AAC-0ED2-0977-4DD3A1CF1AEA}"/>
              </a:ext>
            </a:extLst>
          </p:cNvPr>
          <p:cNvSpPr txBox="1"/>
          <p:nvPr/>
        </p:nvSpPr>
        <p:spPr>
          <a:xfrm>
            <a:off x="6654800" y="2051627"/>
            <a:ext cx="237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ステージ１～</a:t>
            </a:r>
            <a:r>
              <a:rPr kumimoji="1" lang="en-US" altLang="ja-JP" dirty="0"/>
              <a:t>Part2</a:t>
            </a:r>
            <a:r>
              <a:rPr kumimoji="1" lang="ja-JP" altLang="en-US" dirty="0"/>
              <a:t>～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28BF5EB-1940-39F8-50B2-0180B7CB22D9}"/>
              </a:ext>
            </a:extLst>
          </p:cNvPr>
          <p:cNvSpPr txBox="1"/>
          <p:nvPr/>
        </p:nvSpPr>
        <p:spPr>
          <a:xfrm>
            <a:off x="6654800" y="4045829"/>
            <a:ext cx="304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ステージ１～</a:t>
            </a:r>
            <a:r>
              <a:rPr kumimoji="1" lang="en-US" altLang="ja-JP" dirty="0"/>
              <a:t>Part3</a:t>
            </a:r>
            <a:r>
              <a:rPr kumimoji="1" lang="ja-JP" altLang="en-US" dirty="0"/>
              <a:t>～</a:t>
            </a:r>
            <a:r>
              <a:rPr kumimoji="1" lang="en-US" altLang="ja-JP" dirty="0"/>
              <a:t>(Goal)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746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B9372C5-158C-6F1B-9FD4-D47A74D07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50" y="1738031"/>
            <a:ext cx="5280799" cy="303195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6B8949-F27E-A892-FCF7-EE256E0B3239}"/>
              </a:ext>
            </a:extLst>
          </p:cNvPr>
          <p:cNvSpPr txBox="1"/>
          <p:nvPr/>
        </p:nvSpPr>
        <p:spPr>
          <a:xfrm>
            <a:off x="3137836" y="298383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レベルデザインのイメージ</a:t>
            </a:r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A87B3887-A0E4-7FDE-BDA2-7A02226CCC66}"/>
              </a:ext>
            </a:extLst>
          </p:cNvPr>
          <p:cNvCxnSpPr/>
          <p:nvPr/>
        </p:nvCxnSpPr>
        <p:spPr>
          <a:xfrm rot="10800000">
            <a:off x="6240545" y="3827282"/>
            <a:ext cx="4864231" cy="127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E4DCB8-72B2-B372-A633-98B84CA9004A}"/>
              </a:ext>
            </a:extLst>
          </p:cNvPr>
          <p:cNvSpPr txBox="1"/>
          <p:nvPr/>
        </p:nvSpPr>
        <p:spPr>
          <a:xfrm>
            <a:off x="8286559" y="1738031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0" dirty="0"/>
              <a:t>⇒</a:t>
            </a:r>
            <a:endParaRPr kumimoji="1" lang="ja-JP" altLang="en-US" sz="8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D179D6F-0B08-F4C9-9E90-BDCD263495A6}"/>
              </a:ext>
            </a:extLst>
          </p:cNvPr>
          <p:cNvSpPr txBox="1"/>
          <p:nvPr/>
        </p:nvSpPr>
        <p:spPr>
          <a:xfrm>
            <a:off x="6170399" y="1488918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バーニング</a:t>
            </a:r>
          </a:p>
        </p:txBody>
      </p:sp>
      <p:pic>
        <p:nvPicPr>
          <p:cNvPr id="13" name="図 12" descr="挿絵, 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029D59D-12FA-2FE3-ABDB-E9D252CFA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81647" y="2868297"/>
            <a:ext cx="1155620" cy="971686"/>
          </a:xfrm>
          <a:prstGeom prst="rect">
            <a:avLst/>
          </a:prstGeom>
        </p:spPr>
      </p:pic>
      <p:pic>
        <p:nvPicPr>
          <p:cNvPr id="14" name="図 13" descr="挿絵, 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3C174E9-3847-E77A-705B-EEF63E3FF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83680" y="2868297"/>
            <a:ext cx="1155620" cy="971686"/>
          </a:xfrm>
          <a:prstGeom prst="rect">
            <a:avLst/>
          </a:prstGeom>
        </p:spPr>
      </p:pic>
      <p:pic>
        <p:nvPicPr>
          <p:cNvPr id="15" name="図 14" descr="挿絵, 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D9D1088-AC6B-5178-AAD2-3DB5C4DCA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17040" y="2868297"/>
            <a:ext cx="1155620" cy="971686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615478D-6D07-5C9A-E510-DFF5C2098B0E}"/>
              </a:ext>
            </a:extLst>
          </p:cNvPr>
          <p:cNvSpPr txBox="1"/>
          <p:nvPr/>
        </p:nvSpPr>
        <p:spPr>
          <a:xfrm>
            <a:off x="7517040" y="4477601"/>
            <a:ext cx="2645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solidFill>
                  <a:srgbClr val="C00000"/>
                </a:solidFill>
              </a:rPr>
              <a:t>一発で倒す</a:t>
            </a:r>
            <a:r>
              <a:rPr kumimoji="1" lang="en-US" altLang="ja-JP" sz="3200" dirty="0">
                <a:solidFill>
                  <a:srgbClr val="C00000"/>
                </a:solidFill>
              </a:rPr>
              <a:t>!!!</a:t>
            </a:r>
            <a:endParaRPr kumimoji="1" lang="ja-JP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7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116</Words>
  <Application>Microsoft Office PowerPoint</Application>
  <PresentationFormat>ワイド画面</PresentationFormat>
  <Paragraphs>30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　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平尾　泰稀</dc:creator>
  <cp:lastModifiedBy>平尾　泰稀</cp:lastModifiedBy>
  <cp:revision>5</cp:revision>
  <dcterms:created xsi:type="dcterms:W3CDTF">2025-11-04T03:32:55Z</dcterms:created>
  <dcterms:modified xsi:type="dcterms:W3CDTF">2025-11-04T09:09:55Z</dcterms:modified>
</cp:coreProperties>
</file>